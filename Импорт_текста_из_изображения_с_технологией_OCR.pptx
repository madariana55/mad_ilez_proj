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64924502777274368_2064926871492284416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64924502777274368_2064926871492284416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64924502777274368_2064926871492284416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64924502777274368_2064926871492284416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64924502777274368_2064926871492284416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64924502777274368_2064926871492284416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64924502777274368_2064926871492284416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64924502777274368_2064926871492284416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64924502777274368_2064926871492284416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64924502777274368_2064926871492284416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64924502777274368_2064926871492284416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64924502777274368_2064926871492284416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64924502777274368_2064926871492284416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